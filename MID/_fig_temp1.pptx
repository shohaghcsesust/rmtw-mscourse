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315200" cy="5486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9A4D-1B9B-F176-7534-94FC04F72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288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BAC31-67C1-33AB-1320-477ACB1CB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56" indent="0" algn="ctr">
              <a:buNone/>
              <a:defRPr sz="960"/>
            </a:lvl2pPr>
            <a:lvl3pPr marL="438912" indent="0" algn="ctr">
              <a:buNone/>
              <a:defRPr sz="864"/>
            </a:lvl3pPr>
            <a:lvl4pPr marL="658368" indent="0" algn="ctr">
              <a:buNone/>
              <a:defRPr sz="768"/>
            </a:lvl4pPr>
            <a:lvl5pPr marL="877824" indent="0" algn="ctr">
              <a:buNone/>
              <a:defRPr sz="768"/>
            </a:lvl5pPr>
            <a:lvl6pPr marL="1097280" indent="0" algn="ctr">
              <a:buNone/>
              <a:defRPr sz="768"/>
            </a:lvl6pPr>
            <a:lvl7pPr marL="1316736" indent="0" algn="ctr">
              <a:buNone/>
              <a:defRPr sz="768"/>
            </a:lvl7pPr>
            <a:lvl8pPr marL="1536192" indent="0" algn="ctr">
              <a:buNone/>
              <a:defRPr sz="768"/>
            </a:lvl8pPr>
            <a:lvl9pPr marL="1755648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EB80C-18A3-2506-AC6B-340ACEAF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CB75-ADD0-9802-4A5A-05ED5DC8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0060-123F-7038-42A2-95AD4D25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9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8851-C8DD-A269-2106-C32F8B03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B939-3970-086D-769B-59688F1D6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5470-4300-E3BA-C0C3-82FA1D18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67316-DB5F-7781-D187-39870726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67BB0-FE61-0EA5-AFBD-54A07D52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24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B930-713A-5C1E-FBA7-9827DED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83F60-8DE5-A8F2-2B64-F1D9B7E9B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82000"/>
                  </a:schemeClr>
                </a:solidFill>
              </a:defRPr>
            </a:lvl1pPr>
            <a:lvl2pPr marL="219456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2pPr>
            <a:lvl3pPr marL="438912" indent="0">
              <a:buNone/>
              <a:defRPr sz="864">
                <a:solidFill>
                  <a:schemeClr val="tx1">
                    <a:tint val="82000"/>
                  </a:schemeClr>
                </a:solidFill>
              </a:defRPr>
            </a:lvl3pPr>
            <a:lvl4pPr marL="65836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4pPr>
            <a:lvl5pPr marL="877824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5pPr>
            <a:lvl6pPr marL="1097280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6pPr>
            <a:lvl7pPr marL="1316736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7pPr>
            <a:lvl8pPr marL="1536192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8pPr>
            <a:lvl9pPr marL="175564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1917B-F542-18E0-92C6-E382E1EC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97B2-3D71-BED8-05B1-E7717E57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064BE-8C49-9AE8-DE7E-38A3CA7F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93A8-621B-2B75-C442-05683718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10FC-F71C-00EF-0688-BBFABA50B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D8E63-9B73-6CB9-3273-D8D002B6A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4D9E5-1F27-4CA1-41DA-2DD4CB00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5309D-02F4-E9DD-93B4-0B5F9FC0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EB928-A13E-E617-6C58-75D2E7F2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31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DADB-E04A-9E92-84B3-D8532A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F29F5-D370-A833-AC0C-6B12F363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1D14-1DB3-3748-19AD-AD88680E8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014BF-910D-0E32-9324-B3B724B9E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1" y="1344930"/>
            <a:ext cx="3109913" cy="65913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2120D-668A-D323-D9AB-FAEB2CA96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1" y="2004060"/>
            <a:ext cx="310991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C30D9-394E-6222-CCEC-9A642CF8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1A2C7F-7EE4-48AA-B804-D844F979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65861-DB6C-38CC-EE8A-97E1EB18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73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3557-83CA-B24F-BC21-A4B1D5B0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70123-459A-3BC0-4837-D8BA0F1D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E9190-73DF-823F-B008-18F188FF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B0DDB-74D5-8CF4-5A2E-6D0180A7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02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ADEE5-5F1E-A2EC-7984-4D1B4694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10150-852A-9099-6B70-2AF84169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A5EB5-D771-A077-FEB1-4123B61A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59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FB7D-70EC-71D5-015C-20B6657F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C443D-DEE8-90FF-6B00-A9B2B955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1"/>
            <a:ext cx="3703320" cy="3898900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7B1B7-EA84-E3CD-D32D-001637393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647ED-62EF-9D09-9F42-0D5F75D9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A646C-66EA-EA9F-7D36-B5DB4868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7F8F0-0162-44E4-48FA-BECFA93D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09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540-8E05-BEA7-BADD-640845E2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66463-0BE2-3D81-680C-6045DE11F1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109913" y="789941"/>
            <a:ext cx="3703320" cy="3898900"/>
          </a:xfrm>
        </p:spPr>
        <p:txBody>
          <a:bodyPr/>
          <a:lstStyle>
            <a:lvl1pPr marL="0" indent="0">
              <a:buNone/>
              <a:defRPr sz="1536"/>
            </a:lvl1pPr>
            <a:lvl2pPr marL="219456" indent="0">
              <a:buNone/>
              <a:defRPr sz="1344"/>
            </a:lvl2pPr>
            <a:lvl3pPr marL="438912" indent="0">
              <a:buNone/>
              <a:defRPr sz="1152"/>
            </a:lvl3pPr>
            <a:lvl4pPr marL="658368" indent="0">
              <a:buNone/>
              <a:defRPr sz="960"/>
            </a:lvl4pPr>
            <a:lvl5pPr marL="877824" indent="0">
              <a:buNone/>
              <a:defRPr sz="960"/>
            </a:lvl5pPr>
            <a:lvl6pPr marL="1097280" indent="0">
              <a:buNone/>
              <a:defRPr sz="960"/>
            </a:lvl6pPr>
            <a:lvl7pPr marL="1316736" indent="0">
              <a:buNone/>
              <a:defRPr sz="960"/>
            </a:lvl7pPr>
            <a:lvl8pPr marL="1536192" indent="0">
              <a:buNone/>
              <a:defRPr sz="960"/>
            </a:lvl8pPr>
            <a:lvl9pPr marL="1755648" indent="0">
              <a:buNone/>
              <a:defRPr sz="96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7D02B-2C84-3134-41C1-93F129718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D5131-C10F-7E20-6885-FC915DF2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F912-FCF3-5284-C242-807C7256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21FA8-3B8D-772D-2DF3-484D4EFC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00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74EA-09DD-7038-9980-4671EAED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1E289-124F-AE83-567A-6DFF2F6AB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1838A-CEB2-A10F-E226-30B9A1E5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E0DDD-4861-C6F5-B694-A4FE43A1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F8A7D-9BC2-4D5B-4996-C4D6BE06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45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97DD9-FAB4-6A4B-157C-B3FFE4EE7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D5BF0-58DF-E748-C00A-0770FEDA0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39B94-B873-0D50-0B9D-99618126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19954-7361-A579-B806-74690344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BD737-D173-B4DA-4E28-5BAA328D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BE5ED-976C-FEAE-E744-1144CAF0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CCC18-05ED-1EA2-B5EA-81A14A7B1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4AFEA-7850-9034-920A-C38F30C4F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EB6B2-85DB-3FF3-939A-2847D9AAC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1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28A2E-6B43-5186-0F88-60BF427C7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38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38912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438912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A6E4-C26C-5102-3EA9-1AC25BD9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61A1E-85A0-D577-66B5-00047026B721}"/>
              </a:ext>
            </a:extLst>
          </p:cNvPr>
          <p:cNvSpPr txBox="1"/>
          <p:nvPr/>
        </p:nvSpPr>
        <p:spPr>
          <a:xfrm>
            <a:off x="190500" y="101600"/>
            <a:ext cx="6934200" cy="333425"/>
          </a:xfrm>
          <a:prstGeom prst="rect">
            <a:avLst/>
          </a:prstGeom>
          <a:solidFill>
            <a:srgbClr val="1B274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Calibri" panose="020F0502020204030204" pitchFamily="34" charset="0"/>
              </a:rPr>
              <a:t>PRISMA 2020 Literature Selection Flow -- Cloud Forensics Challenges in Bangladesh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A1B71-2B6E-A1F0-BA3D-11BA2815B552}"/>
              </a:ext>
            </a:extLst>
          </p:cNvPr>
          <p:cNvSpPr txBox="1"/>
          <p:nvPr/>
        </p:nvSpPr>
        <p:spPr>
          <a:xfrm>
            <a:off x="508000" y="571500"/>
            <a:ext cx="4826000" cy="610424"/>
          </a:xfrm>
          <a:prstGeom prst="rect">
            <a:avLst/>
          </a:prstGeom>
          <a:solidFill>
            <a:srgbClr val="1B274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Records identified via 7-repository database search (arXiv, MDPI, Google Scholar, SSRN, NDC e-Journal, BJMIS, IJRIAS)</a:t>
            </a:r>
          </a:p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n = 782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3544A-B5F4-63EF-DE32-935D9212EBE7}"/>
              </a:ext>
            </a:extLst>
          </p:cNvPr>
          <p:cNvSpPr txBox="1"/>
          <p:nvPr/>
        </p:nvSpPr>
        <p:spPr>
          <a:xfrm>
            <a:off x="5461000" y="571500"/>
            <a:ext cx="1905000" cy="410369"/>
          </a:xfrm>
          <a:prstGeom prst="rect">
            <a:avLst/>
          </a:prstGeom>
          <a:solidFill>
            <a:srgbClr val="FFE6E6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Duplicates removed</a:t>
            </a:r>
          </a:p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n = 248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D0DC1-1C4D-7156-9E06-18EBAEC823DB}"/>
              </a:ext>
            </a:extLst>
          </p:cNvPr>
          <p:cNvSpPr txBox="1"/>
          <p:nvPr/>
        </p:nvSpPr>
        <p:spPr>
          <a:xfrm>
            <a:off x="508000" y="1270000"/>
            <a:ext cx="4826000" cy="441146"/>
          </a:xfrm>
          <a:prstGeom prst="rect">
            <a:avLst/>
          </a:prstGeom>
          <a:solidFill>
            <a:srgbClr val="2D558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Records screened by title &amp; abstract</a:t>
            </a:r>
          </a:p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n = 534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BC1BA-AB69-62D8-460A-1B772E961A55}"/>
              </a:ext>
            </a:extLst>
          </p:cNvPr>
          <p:cNvSpPr txBox="1"/>
          <p:nvPr/>
        </p:nvSpPr>
        <p:spPr>
          <a:xfrm>
            <a:off x="5461000" y="1270000"/>
            <a:ext cx="1905000" cy="410369"/>
          </a:xfrm>
          <a:prstGeom prst="rect">
            <a:avLst/>
          </a:prstGeom>
          <a:solidFill>
            <a:srgbClr val="FFE6E6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Excluded as outside scope</a:t>
            </a:r>
          </a:p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n = 486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7D8C1-35F9-0E51-136E-67600CBFC1AC}"/>
              </a:ext>
            </a:extLst>
          </p:cNvPr>
          <p:cNvSpPr txBox="1"/>
          <p:nvPr/>
        </p:nvSpPr>
        <p:spPr>
          <a:xfrm>
            <a:off x="508000" y="1892300"/>
            <a:ext cx="4826000" cy="441146"/>
          </a:xfrm>
          <a:prstGeom prst="rect">
            <a:avLst/>
          </a:prstGeom>
          <a:solidFill>
            <a:srgbClr val="2D558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Full-text articles assessed for eligibility</a:t>
            </a:r>
          </a:p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n = 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DC373-75F1-B37D-2802-1A114C4A284D}"/>
              </a:ext>
            </a:extLst>
          </p:cNvPr>
          <p:cNvSpPr txBox="1"/>
          <p:nvPr/>
        </p:nvSpPr>
        <p:spPr>
          <a:xfrm>
            <a:off x="5461000" y="1892300"/>
            <a:ext cx="1905000" cy="410369"/>
          </a:xfrm>
          <a:prstGeom prst="rect">
            <a:avLst/>
          </a:prstGeom>
          <a:solidFill>
            <a:srgbClr val="FFE6E6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Excluded: paywalled n=18</a:t>
            </a:r>
          </a:p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tangential n=14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CA2BE-F6C5-70D7-A2DD-7C06FB213A33}"/>
              </a:ext>
            </a:extLst>
          </p:cNvPr>
          <p:cNvSpPr txBox="1"/>
          <p:nvPr/>
        </p:nvSpPr>
        <p:spPr>
          <a:xfrm>
            <a:off x="508000" y="2590800"/>
            <a:ext cx="4826000" cy="441146"/>
          </a:xfrm>
          <a:prstGeom prst="rect">
            <a:avLst/>
          </a:prstGeom>
          <a:solidFill>
            <a:srgbClr val="1B6C3E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Calibri" panose="020F0502020204030204" pitchFamily="34" charset="0"/>
              </a:rPr>
              <a:t>Studies included in final synthesis</a:t>
            </a:r>
          </a:p>
          <a:p>
            <a:pPr algn="ctr"/>
            <a:r>
              <a:rPr lang="en-GB" sz="1100" b="1">
                <a:solidFill>
                  <a:srgbClr val="FFFFFF"/>
                </a:solidFill>
                <a:latin typeface="Calibri" panose="020F0502020204030204" pitchFamily="34" charset="0"/>
              </a:rPr>
              <a:t>n = 16 (open-access, 2021-2026, English)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019257-5043-B4BE-ABF9-BA3262180C0A}"/>
              </a:ext>
            </a:extLst>
          </p:cNvPr>
          <p:cNvCxnSpPr/>
          <p:nvPr/>
        </p:nvCxnSpPr>
        <p:spPr>
          <a:xfrm>
            <a:off x="2921000" y="1079500"/>
            <a:ext cx="0" cy="1905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474E5A-C353-B8E5-C2D2-CF570930DADB}"/>
              </a:ext>
            </a:extLst>
          </p:cNvPr>
          <p:cNvCxnSpPr/>
          <p:nvPr/>
        </p:nvCxnSpPr>
        <p:spPr>
          <a:xfrm>
            <a:off x="2921000" y="1701800"/>
            <a:ext cx="0" cy="1905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6E55CA-1D30-B101-A303-5F589863E26C}"/>
              </a:ext>
            </a:extLst>
          </p:cNvPr>
          <p:cNvCxnSpPr/>
          <p:nvPr/>
        </p:nvCxnSpPr>
        <p:spPr>
          <a:xfrm>
            <a:off x="2921000" y="2400300"/>
            <a:ext cx="0" cy="1905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40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10635-Ahsan-Kabir</dc:creator>
  <cp:lastModifiedBy>10635-Ahsan-Kabir</cp:lastModifiedBy>
  <cp:revision>1</cp:revision>
  <dcterms:created xsi:type="dcterms:W3CDTF">2026-09-25T13:48:49Z</dcterms:created>
  <dcterms:modified xsi:type="dcterms:W3CDTF">2026-09-25T13:48:49Z</dcterms:modified>
</cp:coreProperties>
</file>